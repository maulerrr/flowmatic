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8" r:id="rId4"/>
    <p:sldId id="265" r:id="rId5"/>
    <p:sldId id="267" r:id="rId6"/>
    <p:sldId id="268" r:id="rId7"/>
    <p:sldId id="259" r:id="rId8"/>
    <p:sldId id="272" r:id="rId9"/>
    <p:sldId id="269" r:id="rId10"/>
    <p:sldId id="260" r:id="rId11"/>
    <p:sldId id="270" r:id="rId12"/>
    <p:sldId id="261" r:id="rId13"/>
    <p:sldId id="262" r:id="rId14"/>
    <p:sldId id="271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8" d="100"/>
          <a:sy n="68" d="100"/>
        </p:scale>
        <p:origin x="69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07CD22-4621-4F1C-5A72-85FFA88A70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5EBEC19-AF44-1D1F-94F9-4C813BB962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B7A846-A85B-0580-4091-766E74DAC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C6BF3-8DD8-45F2-B17B-4C14A4453BC2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35DB3C-EB37-4A0A-0A51-1BAEFD391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2CC075-420D-FFA2-7F5D-05C952B5E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B1703-06CF-497D-804F-A441733A96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0889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3E0801-D77E-DA6D-464E-A8C2F5015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4E23F8-B731-00EC-6519-A91F5054BE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C06FC9-F167-580A-8E6C-AB9AACA72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C6BF3-8DD8-45F2-B17B-4C14A4453BC2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6322FBF-3292-A92F-050C-7F9DBD07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70FB49-5F41-6597-C37D-072E068DB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B1703-06CF-497D-804F-A441733A96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0185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62A6D5-5F8A-2029-DD55-D9F5630BB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D706DDE-DE75-275F-9430-47757D8F0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2E078F-61F3-5998-8F4B-CCE36A67D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C6BF3-8DD8-45F2-B17B-4C14A4453BC2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A27B0A-949F-1A2F-EB2D-5AC922F91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5B84A4-840A-0EA3-C306-3724C58DC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B1703-06CF-497D-804F-A441733A96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5440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EBA60B-8C55-C88B-CEAC-543FBC0A2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5BA66F-C179-BD5E-E3FD-EA5E38F55F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D7AE86F-E8DB-21DD-4ABC-05D2B1FD2B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1AB8C30-480F-FF63-9EAD-48D54744A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C6BF3-8DD8-45F2-B17B-4C14A4453BC2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C74E3EE-8B90-10F8-5CD8-05B1A8384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86EBEA-8537-F4FA-369C-6EC716F75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B1703-06CF-497D-804F-A441733A96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4687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A8A564-FC31-1B6E-CBF2-3C21A64C5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EF6FCA8-CD00-6360-FD9D-1C49D7D05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6CE8B53-4C62-C894-DCE3-C56177F8D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62CA5EE-11D9-6190-DE34-A8F356CFEB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107C4C3-63B3-26C0-BA10-A1AC32C463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4632F17-870F-9007-C39E-B730638D2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C6BF3-8DD8-45F2-B17B-4C14A4453BC2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FB7013B-DA15-3601-C786-564A8CA0B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10C7C6B-311A-9523-F357-C974CC9B4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B1703-06CF-497D-804F-A441733A96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003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37232C-4DD7-68D3-15D5-EF549DF17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D601515-1384-53B1-B0D2-C48373965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C6BF3-8DD8-45F2-B17B-4C14A4453BC2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97DA3AE-6C9B-E4AC-D57A-15DE58F55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F7346C9-8F8D-F336-D35E-D0986318D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B1703-06CF-497D-804F-A441733A96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6104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512C52E-419B-A0A5-0128-78AC5F5D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C6BF3-8DD8-45F2-B17B-4C14A4453BC2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AAEA0C0-A69B-1B47-E0AD-8D12D7253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6C71AE8-9855-E23F-B4CF-9A8912F0B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B1703-06CF-497D-804F-A441733A96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5112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247211-711D-B7B8-F9C2-6C3F309F0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462E71-86B0-D31B-D13A-CAE68BC49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D235616-9D8D-BE2A-9B22-4FD7B3654B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EC1899-C077-F9A7-B5BC-A7EBE6252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C6BF3-8DD8-45F2-B17B-4C14A4453BC2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6B7A8F3-4DB4-BD38-7A73-95E2D02CD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DF79E2F-CBD9-753A-1A41-034D34C3E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B1703-06CF-497D-804F-A441733A96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3477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889641-20C4-2640-BC77-1F5092C97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678814D-43B7-7CB6-E0E1-3417A70605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F093A22-9B73-5D7D-2C20-96388AA3F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BD4A8F9-2A8F-1BC9-35DD-B29BB3554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C6BF3-8DD8-45F2-B17B-4C14A4453BC2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42AE066-DBB3-D50A-C9A9-FE98F0A0F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A3B867B-D4E0-9B48-B4F2-1854B0DE9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B1703-06CF-497D-804F-A441733A96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0063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EC58F0-7837-F28A-D632-D4B9539D8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A191636-2169-B7E6-EBB8-9FC4FD0242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C92268-4EF2-4207-83BC-D7D96903B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C6BF3-8DD8-45F2-B17B-4C14A4453BC2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873107-34C9-3F5C-3DC8-5F09C39CD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947128-194B-82A2-214B-B07DC2C1C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B1703-06CF-497D-804F-A441733A96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069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7153B3F-C2E2-63C3-65B2-00FB8132E4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58D6878-0141-2448-E8A1-1CBD96C5E3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C8E6D2-F80C-C583-CC7F-502180D01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C6BF3-8DD8-45F2-B17B-4C14A4453BC2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C43DF6-5DBC-720E-6C54-8DF23525B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B4E49C-BDC1-72FA-9FD7-39DB342FC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B1703-06CF-497D-804F-A441733A96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8626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CC3713-1647-A059-1480-891F36888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582797-6B64-8568-B537-75C1EAEC1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3B4D8A3-E7AB-99EC-6D52-B4A6DD4B7D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C6BF3-8DD8-45F2-B17B-4C14A4453BC2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FA3B06-5703-F8CA-A11C-D3BFDE5835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88D191-F499-F40A-278B-89DB023E73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BB1703-06CF-497D-804F-A441733A96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288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A4FE48-C130-9BC7-D18E-D8B8674FA3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Шаблон презентации </a:t>
            </a:r>
            <a:r>
              <a:rPr lang="ru-KZ" dirty="0"/>
              <a:t>магистранта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786E08F-B1FB-A339-16A9-CEBB3CD18D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ru-RU" dirty="0"/>
          </a:p>
          <a:p>
            <a:r>
              <a:rPr lang="ru-RU" dirty="0"/>
              <a:t>ФИО </a:t>
            </a:r>
            <a:r>
              <a:rPr lang="ru-KZ" dirty="0"/>
              <a:t>магистранта</a:t>
            </a:r>
            <a:r>
              <a:rPr lang="ru-RU" dirty="0"/>
              <a:t>, ВУЗ</a:t>
            </a:r>
            <a:r>
              <a:rPr lang="kk-KZ" dirty="0"/>
              <a:t>, Образовательная программа, период обучения</a:t>
            </a:r>
          </a:p>
          <a:p>
            <a:r>
              <a:rPr lang="kk-KZ" dirty="0"/>
              <a:t>Тема диссертации</a:t>
            </a:r>
          </a:p>
          <a:p>
            <a:r>
              <a:rPr lang="kk-KZ" dirty="0"/>
              <a:t>Научный руководитель, ученые степень и звание, аффилиация</a:t>
            </a:r>
          </a:p>
        </p:txBody>
      </p:sp>
    </p:spTree>
    <p:extLst>
      <p:ext uri="{BB962C8B-B14F-4D97-AF65-F5344CB8AC3E}">
        <p14:creationId xmlns:p14="http://schemas.microsoft.com/office/powerpoint/2010/main" val="3357001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238120-B1BE-964E-EBC1-D3B679CBE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KZ" sz="3000" b="1" dirty="0"/>
              <a:t>1</a:t>
            </a:r>
            <a:r>
              <a:rPr lang="ru-RU" sz="3000" b="1" dirty="0"/>
              <a:t>. </a:t>
            </a:r>
            <a:r>
              <a:rPr lang="en-US" sz="3000" b="1" dirty="0"/>
              <a:t>Relevance of the research </a:t>
            </a:r>
            <a:r>
              <a:rPr lang="ru-RU" sz="3000" b="1" dirty="0"/>
              <a:t>/Актуальность исследования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0BF13E-1FB0-3B6B-8A76-9490E5486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2721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E3AE88-A13D-47DB-70C1-6498B32E5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</a:pPr>
            <a:r>
              <a:rPr lang="ru-KZ" sz="3000" b="1" dirty="0">
                <a:ea typeface="Calibri" panose="020F0502020204030204" pitchFamily="34" charset="0"/>
                <a:cs typeface="Times New Roman" panose="02020603050405020304" pitchFamily="18" charset="0"/>
              </a:rPr>
              <a:t>2.</a:t>
            </a:r>
            <a:r>
              <a:rPr lang="en-US" sz="3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The purpose and objectives of the </a:t>
            </a:r>
            <a:r>
              <a:rPr lang="en-US" sz="3000" b="1" dirty="0">
                <a:cs typeface="Times New Roman" panose="02020603050405020304" pitchFamily="18" charset="0"/>
              </a:rPr>
              <a:t>research </a:t>
            </a:r>
            <a:r>
              <a:rPr lang="ru-RU" sz="3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/Цель и з</a:t>
            </a:r>
            <a:r>
              <a:rPr lang="ru-RU" sz="3000" b="1" dirty="0"/>
              <a:t>адачи исследования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E5E241-F1E9-16BF-009D-9F24BF070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6718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E3AE88-A13D-47DB-70C1-6498B32E5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</a:pPr>
            <a:r>
              <a:rPr lang="ru-RU" sz="3000" b="1" dirty="0">
                <a:ea typeface="Calibri" panose="020F0502020204030204" pitchFamily="34" charset="0"/>
                <a:cs typeface="Times New Roman" panose="02020603050405020304" pitchFamily="18" charset="0"/>
              </a:rPr>
              <a:t>3. </a:t>
            </a:r>
            <a:r>
              <a:rPr lang="en-US" sz="3000" b="1" dirty="0">
                <a:ea typeface="Calibri" panose="020F0502020204030204" pitchFamily="34" charset="0"/>
                <a:cs typeface="Times New Roman" panose="02020603050405020304" pitchFamily="18" charset="0"/>
              </a:rPr>
              <a:t>Research hypothesis </a:t>
            </a:r>
            <a:r>
              <a:rPr lang="ru-RU" sz="3000" b="1" dirty="0">
                <a:ea typeface="Calibri" panose="020F0502020204030204" pitchFamily="34" charset="0"/>
                <a:cs typeface="Times New Roman" panose="02020603050405020304" pitchFamily="18" charset="0"/>
              </a:rPr>
              <a:t>/Г</a:t>
            </a:r>
            <a:r>
              <a:rPr lang="ru-RU" sz="3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ипотеза исследования</a:t>
            </a:r>
            <a:endParaRPr lang="ru-RU" sz="30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E5E241-F1E9-16BF-009D-9F24BF070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96973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6F6F99-5E08-19F0-0258-47E74199B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000" b="1" dirty="0"/>
              <a:t>4. </a:t>
            </a:r>
            <a:r>
              <a:rPr lang="en-US" sz="3000" b="1" dirty="0"/>
              <a:t>Object and subject of research </a:t>
            </a:r>
            <a:r>
              <a:rPr lang="ru-RU" sz="3000" b="1" dirty="0"/>
              <a:t>/</a:t>
            </a:r>
            <a:r>
              <a:rPr lang="ru-RU" sz="3000" b="1" dirty="0">
                <a:ea typeface="Calibri" panose="020F0502020204030204" pitchFamily="34" charset="0"/>
                <a:cs typeface="Times New Roman" panose="02020603050405020304" pitchFamily="18" charset="0"/>
              </a:rPr>
              <a:t>Объект и предмет исследования</a:t>
            </a:r>
            <a:endParaRPr lang="ru-RU" sz="30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EF2625-D26F-05CB-3654-E659917AE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0321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36CB6C-54F4-3422-F291-98DFCFA2E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KZ" sz="3000" b="1" dirty="0"/>
              <a:t>5</a:t>
            </a:r>
            <a:r>
              <a:rPr lang="ru-RU" sz="3000" b="1" dirty="0"/>
              <a:t>. </a:t>
            </a:r>
            <a:r>
              <a:rPr lang="en-US" sz="3000" b="1" dirty="0"/>
              <a:t>Novelty of the research </a:t>
            </a:r>
            <a:r>
              <a:rPr lang="ru-RU" sz="3000" b="1" dirty="0"/>
              <a:t>/Новизна исследования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E34512-1055-9041-A8BD-0436E43C3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0652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E3AE88-A13D-47DB-70C1-6498B32E5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</a:pPr>
            <a:r>
              <a:rPr lang="ru-RU" sz="3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6. </a:t>
            </a:r>
            <a:r>
              <a:rPr lang="en-US" sz="3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Scientific methods used</a:t>
            </a:r>
            <a:r>
              <a:rPr lang="ru-RU" sz="3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/Применяемые научные методы</a:t>
            </a:r>
            <a:br>
              <a:rPr lang="ru-RU" sz="3000" b="1" dirty="0"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3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Initial data used </a:t>
            </a:r>
            <a:r>
              <a:rPr lang="ru-RU" sz="3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/Используемые исходные данные</a:t>
            </a:r>
            <a:endParaRPr lang="ru-RU" sz="30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E5E241-F1E9-16BF-009D-9F24BF070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4308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4001F8-C79B-04CF-313E-239E6D9C0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model architecture</a:t>
            </a:r>
            <a:r>
              <a:rPr lang="ru-RU" dirty="0"/>
              <a:t>/</a:t>
            </a:r>
            <a:r>
              <a:rPr lang="kk-KZ" dirty="0"/>
              <a:t>Архитектура модели решения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8B227A-7B82-078A-9D80-7FFC818322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263815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E3AE88-A13D-47DB-70C1-6498B32E5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</a:pPr>
            <a:r>
              <a:rPr lang="ru-RU" sz="3000" b="1" dirty="0"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lang="ru-RU" sz="3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3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Main results of the </a:t>
            </a:r>
            <a:r>
              <a:rPr lang="en-US" sz="3000" b="1" dirty="0">
                <a:cs typeface="Times New Roman" panose="02020603050405020304" pitchFamily="18" charset="0"/>
              </a:rPr>
              <a:t>research </a:t>
            </a:r>
            <a:r>
              <a:rPr lang="ru-RU" sz="3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/Основные результаты исследования</a:t>
            </a:r>
            <a:endParaRPr lang="ru-RU" sz="30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E5E241-F1E9-16BF-009D-9F24BF070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1. </a:t>
            </a:r>
            <a:r>
              <a:rPr lang="en-US" dirty="0"/>
              <a:t>Scientific result</a:t>
            </a:r>
            <a:r>
              <a:rPr lang="ru-RU" dirty="0"/>
              <a:t>/Научный результат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2. </a:t>
            </a:r>
            <a:r>
              <a:rPr lang="en-US" dirty="0"/>
              <a:t>Practical result </a:t>
            </a:r>
            <a:r>
              <a:rPr lang="ru-RU" dirty="0"/>
              <a:t>/Практический результат</a:t>
            </a:r>
          </a:p>
        </p:txBody>
      </p:sp>
    </p:spTree>
    <p:extLst>
      <p:ext uri="{BB962C8B-B14F-4D97-AF65-F5344CB8AC3E}">
        <p14:creationId xmlns:p14="http://schemas.microsoft.com/office/powerpoint/2010/main" val="92547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E3AE88-A13D-47DB-70C1-6498B32E5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</a:pPr>
            <a:r>
              <a:rPr lang="ru-RU" sz="3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8. </a:t>
            </a:r>
            <a:r>
              <a:rPr lang="en-US" sz="3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Research results </a:t>
            </a:r>
            <a:r>
              <a:rPr lang="ru-RU" sz="30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/Результаты исследования</a:t>
            </a:r>
            <a:endParaRPr lang="ru-RU" sz="3000" b="1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E5E241-F1E9-16BF-009D-9F24BF070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1. </a:t>
            </a:r>
            <a:r>
              <a:rPr lang="en-US" dirty="0"/>
              <a:t>Scientific result</a:t>
            </a:r>
            <a:r>
              <a:rPr lang="ru-RU" dirty="0"/>
              <a:t>/Научный результат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2. </a:t>
            </a:r>
            <a:r>
              <a:rPr lang="en-US" dirty="0"/>
              <a:t>Practical result </a:t>
            </a:r>
            <a:r>
              <a:rPr lang="ru-RU" dirty="0"/>
              <a:t>/Практический результат</a:t>
            </a:r>
          </a:p>
        </p:txBody>
      </p:sp>
    </p:spTree>
    <p:extLst>
      <p:ext uri="{BB962C8B-B14F-4D97-AF65-F5344CB8AC3E}">
        <p14:creationId xmlns:p14="http://schemas.microsoft.com/office/powerpoint/2010/main" val="3633417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E3AE88-A13D-47DB-70C1-6498B32E5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342900" lvl="0" indent="-342900" algn="ctr">
              <a:lnSpc>
                <a:spcPct val="107000"/>
              </a:lnSpc>
            </a:pPr>
            <a:r>
              <a:rPr lang="en-US" sz="3000" b="1" i="1" dirty="0"/>
              <a:t>You can include additional slides if needed</a:t>
            </a:r>
            <a:r>
              <a:rPr lang="ru-RU" sz="3000" b="1" i="1" dirty="0"/>
              <a:t>/Можно включить дополнительные слайды при необходимости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E5E241-F1E9-16BF-009D-9F24BF070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9980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E3AE88-A13D-47DB-70C1-6498B32E5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000" b="1" dirty="0"/>
              <a:t>n1. </a:t>
            </a:r>
            <a:r>
              <a:rPr lang="en-US" sz="3000" b="1" dirty="0"/>
              <a:t>Conclusions on the scientific work done for each task </a:t>
            </a:r>
            <a:r>
              <a:rPr lang="ru-RU" sz="3000" b="1" dirty="0"/>
              <a:t>/Выводы по проделанной научной работе</a:t>
            </a:r>
            <a:r>
              <a:rPr lang="ru-KZ" sz="3000" b="1" dirty="0"/>
              <a:t> по каждой задаче</a:t>
            </a:r>
            <a:r>
              <a:rPr lang="ru-RU" sz="3000" b="1" dirty="0"/>
              <a:t>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E5E241-F1E9-16BF-009D-9F24BF070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8370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E3AE88-A13D-47DB-70C1-6498B32E5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000" b="1" dirty="0"/>
              <a:t>n2. </a:t>
            </a:r>
            <a:r>
              <a:rPr lang="en-US" sz="3000" b="1" dirty="0"/>
              <a:t>Author's publications (and the master student's personal contribution to the scientific publication) </a:t>
            </a:r>
            <a:r>
              <a:rPr lang="ru-RU" sz="3000" b="1" dirty="0"/>
              <a:t>/Публикации автора (и персональный вклад </a:t>
            </a:r>
            <a:r>
              <a:rPr lang="ru-KZ" sz="3000" b="1" dirty="0"/>
              <a:t>магистранта</a:t>
            </a:r>
            <a:r>
              <a:rPr lang="ru-RU" sz="3000" b="1" dirty="0"/>
              <a:t> в научную публикацию)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E5E241-F1E9-16BF-009D-9F24BF070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1688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59C864-2DC6-6676-A22C-8C01646EE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r>
              <a:rPr lang="ru-RU" dirty="0"/>
              <a:t>/</a:t>
            </a:r>
            <a:r>
              <a:rPr lang="ru-KZ" dirty="0"/>
              <a:t>Заключение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B1F43A-9FBE-3D39-C30A-5539A3C3F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34499300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210</Words>
  <Application>Microsoft Office PowerPoint</Application>
  <PresentationFormat>Широкоэкранный</PresentationFormat>
  <Paragraphs>22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Тема Office</vt:lpstr>
      <vt:lpstr>Шаблон презентации магистранта</vt:lpstr>
      <vt:lpstr>1. Relevance of the research /Актуальность исследования</vt:lpstr>
      <vt:lpstr>2. The purpose and objectives of the research /Цель и задачи исследования</vt:lpstr>
      <vt:lpstr>3. Research hypothesis /Гипотеза исследования</vt:lpstr>
      <vt:lpstr>4. Object and subject of research /Объект и предмет исследования</vt:lpstr>
      <vt:lpstr>5. Novelty of the research /Новизна исследования</vt:lpstr>
      <vt:lpstr>6. Scientific methods used /Применяемые научные методы Initial data used /Используемые исходные данные</vt:lpstr>
      <vt:lpstr>Solution model architecture/Архитектура модели решения</vt:lpstr>
      <vt:lpstr>7. Main results of the research /Основные результаты исследования</vt:lpstr>
      <vt:lpstr>8. Research results /Результаты исследования</vt:lpstr>
      <vt:lpstr>You can include additional slides if needed/Можно включить дополнительные слайды при необходимости</vt:lpstr>
      <vt:lpstr>n1. Conclusions on the scientific work done for each task /Выводы по проделанной научной работе по каждой задаче </vt:lpstr>
      <vt:lpstr>n2. Author's publications (and the master student's personal contribution to the scientific publication) /Публикации автора (и персональный вклад магистранта в научную публикацию)</vt:lpstr>
      <vt:lpstr>Conclusion/Заключение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Шаблон презентации докторанта</dc:title>
  <dc:creator>Zhansaya Makhambetova</dc:creator>
  <cp:lastModifiedBy>Shyryn Tutkyshbayeva</cp:lastModifiedBy>
  <cp:revision>23</cp:revision>
  <dcterms:created xsi:type="dcterms:W3CDTF">2023-03-09T04:55:53Z</dcterms:created>
  <dcterms:modified xsi:type="dcterms:W3CDTF">2026-04-07T07:29:01Z</dcterms:modified>
</cp:coreProperties>
</file>